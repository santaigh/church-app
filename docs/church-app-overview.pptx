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what has been built: login, RBAC, passwords, lockout, audit and the payment data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6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120640" cy="5120640"/>
          </a:xfrm>
          <a:prstGeom prst="ellipse">
            <a:avLst/>
          </a:prstGeom>
          <a:solidFill>
            <a:srgbClr val="7A1F2B">
              <a:alpha val="45000"/>
            </a:srgbClr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023360"/>
            <a:ext cx="2926080" cy="2926080"/>
          </a:xfrm>
          <a:prstGeom prst="ellipse">
            <a:avLst/>
          </a:prstGeom>
          <a:solidFill>
            <a:srgbClr val="A26769">
              <a:alpha val="28000"/>
            </a:srgbClr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ADMINISTRATION PLATFORM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Church App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7F2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&amp; Design Overview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379476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 ·  Spring Boot 4.1  ·  Thymeleaf  ·  MySQL 8  ·  Java 17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4434840"/>
            <a:ext cx="310896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572000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deployment serves many churches.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parish sees only its own data.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project stands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1993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 migrations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1993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1993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371600"/>
            <a:ext cx="2560320" cy="1051560"/>
          </a:xfrm>
          <a:prstGeom prst="roundRect">
            <a:avLst>
              <a:gd name="adj" fmla="val 6957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463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1993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 rows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743200"/>
            <a:ext cx="5349240" cy="3429000"/>
          </a:xfrm>
          <a:prstGeom prst="roundRect">
            <a:avLst>
              <a:gd name="adj" fmla="val 2133"/>
            </a:avLst>
          </a:prstGeom>
          <a:solidFill>
            <a:srgbClr val="EDF3ED"/>
          </a:solidFill>
          <a:ln w="12700">
            <a:solidFill>
              <a:srgbClr val="CBDC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2971800"/>
            <a:ext cx="384048" cy="38404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444752" y="299008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and verified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60120" y="352044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login systems — parish and platform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RBAC — roles and permissions as data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lifecycle — forced change, reset, lockout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with request correlation IDs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data model: members, families, Anbiyams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contributions — dues, receipts, allocation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2743200"/>
            <a:ext cx="5349240" cy="3429000"/>
          </a:xfrm>
          <a:prstGeom prst="roundRect">
            <a:avLst>
              <a:gd name="adj" fmla="val 2133"/>
            </a:avLst>
          </a:prstGeom>
          <a:solidFill>
            <a:srgbClr val="FDF5E3"/>
          </a:solidFill>
          <a:ln w="12700">
            <a:solidFill>
              <a:srgbClr val="EBDDB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46520" y="2971800"/>
            <a:ext cx="384048" cy="384048"/>
          </a:xfrm>
          <a:prstGeom prst="ellipse">
            <a:avLst/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46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76872" y="299008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6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yet built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492240" y="3520440"/>
            <a:ext cx="47091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filtering is NOT enforced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CRUD screens — dashboards are placeholders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service layer — nothing records a receipt yet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Member, Family, Anbiyam, Church modules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Sample-data migrations would load into production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435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→ service → repository, and nothing skips a layer.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1234440" y="1691640"/>
            <a:ext cx="9144000" cy="566928"/>
          </a:xfrm>
          <a:prstGeom prst="roundRect">
            <a:avLst>
              <a:gd name="adj" fmla="val 9677"/>
            </a:avLst>
          </a:prstGeom>
          <a:solidFill>
            <a:srgbClr val="36121A"/>
          </a:solidFill>
          <a:ln w="12700">
            <a:solidFill>
              <a:srgbClr val="3612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69164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 user  ·  Platform staff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02920" y="239572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34440" y="2395728"/>
            <a:ext cx="9144000" cy="566928"/>
          </a:xfrm>
          <a:prstGeom prst="roundRect">
            <a:avLst>
              <a:gd name="adj" fmla="val 9677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2395728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CorrelationIdFilter   →   RequestLoggingFilter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3099816"/>
            <a:ext cx="685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389534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1234440" y="3895344"/>
            <a:ext cx="9144000" cy="566928"/>
          </a:xfrm>
          <a:prstGeom prst="roundRect">
            <a:avLst>
              <a:gd name="adj" fmla="val 9677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895344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  ·   Thymeleaf   ·   PasswordChangeInterceptor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459943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234440" y="4599432"/>
            <a:ext cx="9144000" cy="566928"/>
          </a:xfrm>
          <a:prstGeom prst="roundRect">
            <a:avLst>
              <a:gd name="adj" fmla="val 9677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459943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AuditService · PasswordService · LoginAttemptService · PhoneNumberNormalizer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234440" y="5303520"/>
            <a:ext cx="9144000" cy="566928"/>
          </a:xfrm>
          <a:prstGeom prst="roundRect">
            <a:avLst>
              <a:gd name="adj" fmla="val 9677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34440" y="5303520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 repositories   ·   JPA entities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02920" y="6007608"/>
            <a:ext cx="685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234440" y="6007608"/>
            <a:ext cx="9144000" cy="502920"/>
          </a:xfrm>
          <a:prstGeom prst="roundRect">
            <a:avLst>
              <a:gd name="adj" fmla="val 10909"/>
            </a:avLst>
          </a:prstGeom>
          <a:solidFill>
            <a:srgbClr val="36121A"/>
          </a:solidFill>
          <a:ln w="12700">
            <a:solidFill>
              <a:srgbClr val="3612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4440" y="6007608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  —  churchnew   (schema owned by Flyway)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234440" y="3099816"/>
            <a:ext cx="4480560" cy="658368"/>
          </a:xfrm>
          <a:prstGeom prst="roundRect">
            <a:avLst>
              <a:gd name="adj" fmla="val 8333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34440" y="309981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/saas/**   →   SaasUserDetailsService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897880" y="3099816"/>
            <a:ext cx="4480560" cy="658368"/>
          </a:xfrm>
          <a:prstGeom prst="roundRect">
            <a:avLst>
              <a:gd name="adj" fmla="val 8333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897880" y="3099816"/>
            <a:ext cx="4480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/**   →   MemberUserDetailsService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806440" y="2276856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06440" y="2980944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5806440" y="3776472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5806440" y="4480560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806440" y="5184648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806440" y="5888736"/>
            <a:ext cx="0" cy="100584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561320" y="1691640"/>
            <a:ext cx="1143000" cy="4818888"/>
          </a:xfrm>
          <a:prstGeom prst="roundRect">
            <a:avLst>
              <a:gd name="adj" fmla="val 6400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561320" y="1828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0561320" y="2194560"/>
            <a:ext cx="11430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ID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error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logs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error log</a:t>
            </a: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endParaRPr lang="en-US" sz="95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login systems, one application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435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chain reads a different table — so the separation is real, not cosmetic.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EDF2F8"/>
          </a:solidFill>
          <a:ln w="12700">
            <a:solidFill>
              <a:srgbClr val="C6D6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019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Platform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304288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042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/saas/login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0" cy="246888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4400" y="3063240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SaasUserDetailsService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3547872"/>
            <a:ext cx="0" cy="246888"/>
          </a:xfrm>
          <a:prstGeom prst="line">
            <a:avLst/>
          </a:prstGeom>
          <a:noFill/>
          <a:ln w="22225">
            <a:solidFill>
              <a:srgbClr val="1F4E7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" y="3822192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D6E2EF"/>
          </a:solidFill>
          <a:ln w="12700">
            <a:solidFill>
              <a:srgbClr val="C6D6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22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4E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saas_user   —   no church_id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173736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F9EFF0"/>
          </a:solidFill>
          <a:ln w="12700">
            <a:solidFill>
              <a:srgbClr val="E7CD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9019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Parish chain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583680" y="2304288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23042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/login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15400" y="2788920"/>
            <a:ext cx="0" cy="246888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583680" y="3063240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30632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MemberUserDetailsService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915400" y="3547872"/>
            <a:ext cx="0" cy="246888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6583680" y="3822192"/>
            <a:ext cx="4663440" cy="457200"/>
          </a:xfrm>
          <a:prstGeom prst="roundRect">
            <a:avLst>
              <a:gd name="adj" fmla="val 12000"/>
            </a:avLst>
          </a:prstGeom>
          <a:solidFill>
            <a:srgbClr val="EFDCDE"/>
          </a:solidFill>
          <a:ln w="12700">
            <a:solidFill>
              <a:srgbClr val="E7CDD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38221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  —   church_id NOT NULL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4709160"/>
            <a:ext cx="10881360" cy="868680"/>
          </a:xfrm>
          <a:prstGeom prst="roundRect">
            <a:avLst>
              <a:gd name="adj" fmla="val 8421"/>
            </a:avLst>
          </a:prstGeom>
          <a:solidFill>
            <a:srgbClr val="FBE9E9"/>
          </a:solidFill>
          <a:ln w="12700">
            <a:solidFill>
              <a:srgbClr val="EFC9C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4400" y="4956048"/>
            <a:ext cx="384048" cy="384048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4956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463040" y="4956048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parish member posting the CORRECT password to /saas/login is refused — that chain never reads the member table. Verified in both directions.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email or mobile.  9840100001 · 919840100001 · 09840100001 · +919840100001 all reach the same account.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data model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74920" y="160020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74920" y="1600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74920" y="213055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tenant root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234440" y="278892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444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anbiyam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neighbourhood group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 flipH="1">
            <a:off x="2377440" y="2395728"/>
            <a:ext cx="3703320" cy="347472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03320" y="278892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0332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+ rate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 flipH="1">
            <a:off x="4846320" y="2395728"/>
            <a:ext cx="1234440" cy="347472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72200" y="278892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17220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+ login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080760" y="2395728"/>
            <a:ext cx="1234440" cy="347472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641080" y="278892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41080" y="278892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parish_priest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41080" y="331012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0760" y="2395728"/>
            <a:ext cx="3703320" cy="347472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234440" y="397764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4440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payment_due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34440" y="4498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owed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703320" y="397764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03320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payment_allocation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703320" y="4498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172200" y="397764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72200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172200" y="4498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paid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641080" y="3977640"/>
            <a:ext cx="22860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41080" y="3977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member_ext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41080" y="449884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sacraments, address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 flipH="1">
            <a:off x="3017520" y="3621024"/>
            <a:ext cx="1828800" cy="310896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846320" y="3621024"/>
            <a:ext cx="2103120" cy="310896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315200" y="3621024"/>
            <a:ext cx="2468880" cy="310896"/>
          </a:xfrm>
          <a:prstGeom prst="line">
            <a:avLst/>
          </a:prstGeom>
          <a:noFill/>
          <a:ln w="22225">
            <a:solidFill>
              <a:srgbClr val="A2676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3520440" y="4224528"/>
            <a:ext cx="18288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89320" y="4224528"/>
            <a:ext cx="18288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50292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1755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— shared by every parish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1440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 ·  role_permission  ·  saas_user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church_id — deliberately platform-wide.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172200" y="50292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46520" y="51755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46520" y="546811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 — nullable church_id, no foreign keys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rows outlive the records they describe.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EDF3ED"/>
          </a:solidFill>
          <a:ln w="12700">
            <a:solidFill>
              <a:srgbClr val="CBDC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business table carries church_id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4846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NULL, with a foreign key to church: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395728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· member_ext · family · anbiyam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parish_priest · payment · payment_due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payment_allocation · receipt_sequence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4930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across all 15 tables.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60020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7830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tables have none — each on purpose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46520" y="21488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 — it IS the tenant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role, role_permission — shared reference data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saas_user — reaches every church by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audit_log — nullable; NULL = platform action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4160520"/>
            <a:ext cx="10881360" cy="2103120"/>
          </a:xfrm>
          <a:prstGeom prst="roundRect">
            <a:avLst>
              <a:gd name="adj" fmla="val 3478"/>
            </a:avLst>
          </a:prstGeom>
          <a:solidFill>
            <a:srgbClr val="FBE9E9"/>
          </a:solidFill>
          <a:ln w="12700">
            <a:solidFill>
              <a:srgbClr val="EFC9C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4434840"/>
            <a:ext cx="457200" cy="457200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600200" y="4434840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326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columns are correct. Nothing enforces them yet.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600200" y="4846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repository inherits findAll(), findById() and count() from JpaRepository — none of which filter by church. AppUserPrincipal.getChurchId() is populated at sign-in, but nothing reads it.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600200" y="5413248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2B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currently depends on every future query remembering to filter. One forgotten findAll() leaks another parish's members, phone numbers and contribution history. Intended fix: a Hibernate @Filter enabled per request from the principal, so scoping happens at the ORM level and cannot be forgotten.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RBAC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435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vocabulary is code. The mapping is data.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691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enum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values — in Java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160520" y="1691640"/>
            <a:ext cx="32918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60520" y="1691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enum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values — in Java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80960" y="1691640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0" y="16916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role_permission table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275 rows — data, not code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2670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operation needs a code change anyway. Who may do what must change without a redeploy — so it lives in rows.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722376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68680"/>
                <a:gridCol w="868680"/>
                <a:gridCol w="868680"/>
                <a:gridCol w="868680"/>
                <a:gridCol w="1234440"/>
                <a:gridCol w="868680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ACT/DEACT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SaaSSAdmin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SaaSUser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AppAdmin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AppUser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C1E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8138160" y="3063240"/>
            <a:ext cx="3383280" cy="2468880"/>
          </a:xfrm>
          <a:prstGeom prst="roundRect">
            <a:avLst>
              <a:gd name="adj" fmla="val 2963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66760" y="32186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two families match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366760" y="3547872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and App roles share an operation set on purpose. What separates them is the breadth of data they reach — enforced by tenant filtering, not by this matrix.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366760" y="457200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AppUser has no EXPORT: a read-only parish account should not be able to extract a member list with phone numbers and addresses.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sign-in these become authorities: PERM_MEMBER_EDIT, PERM_PAYMENT_ADD … alongside ROLE_AppSA.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Monthly contributions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435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tables, because owed-to-paid is genuinely many-to-many.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200400" cy="1051560"/>
          </a:xfrm>
          <a:prstGeom prst="roundRect">
            <a:avLst>
              <a:gd name="adj" fmla="val 5217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payment_due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OWED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family per month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200400" cy="1051560"/>
          </a:xfrm>
          <a:prstGeom prst="roundRect">
            <a:avLst>
              <a:gd name="adj" fmla="val 5217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37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payment_allocation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went to which month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21040" y="1737360"/>
            <a:ext cx="3200400" cy="1051560"/>
          </a:xfrm>
          <a:prstGeom prst="roundRect">
            <a:avLst>
              <a:gd name="adj" fmla="val 5217"/>
            </a:avLst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21040" y="1737360"/>
            <a:ext cx="3200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PAID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receipt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86200" y="2258568"/>
            <a:ext cx="548640" cy="0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7726680" y="2258568"/>
            <a:ext cx="548640" cy="0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" y="2971800"/>
            <a:ext cx="5852160" cy="2788920"/>
          </a:xfrm>
          <a:prstGeom prst="roundRect">
            <a:avLst>
              <a:gd name="adj" fmla="val 2623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27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4290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Arulraj family · ₹200/month · nothing paid since January.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15 March they hand over ₹500.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53035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39776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2026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39776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₹200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480560" y="39776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4400" y="4434840"/>
            <a:ext cx="53035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51560" y="44348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00400" y="4434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₹200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480560" y="44348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14400" y="4892040"/>
            <a:ext cx="530352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51560" y="489204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200400" y="48920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₹100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480560" y="489204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14400" y="53949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receipt · three months · the last one partial. ₹100 still owed.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20840" y="2971800"/>
            <a:ext cx="48006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95160" y="31272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one table?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995160" y="3474720"/>
            <a:ext cx="4297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that paid nothing has no payment row — there is nothing to query. Arrears are about what did NOT happen, and absence cannot be SELECTed.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covers many months; one month is settled by many payments. Neither fits as a column on the other.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amount_due is a snapshot of the rate. Raising a family from ₹200 to ₹300 never rewrites what they already owed.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Password lifecycle &amp; lockout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2435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password_flag drives the whole flow: 0 = system-assigned, 1 = the user chose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2423160" cy="777240"/>
          </a:xfrm>
          <a:prstGeom prst="roundRect">
            <a:avLst>
              <a:gd name="adj" fmla="val 7059"/>
            </a:avLst>
          </a:prstGeom>
          <a:solidFill>
            <a:srgbClr val="A26769"/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password_flag =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08960" y="2212848"/>
            <a:ext cx="548640" cy="0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703320" y="1828800"/>
            <a:ext cx="2423160" cy="777240"/>
          </a:xfrm>
          <a:prstGeom prst="roundRect">
            <a:avLst>
              <a:gd name="adj" fmla="val 7059"/>
            </a:avLst>
          </a:prstGeom>
          <a:solidFill>
            <a:srgbClr val="8A6100"/>
          </a:solidFill>
          <a:ln w="12700">
            <a:solidFill>
              <a:srgbClr val="8A61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change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URL redirects here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2212848"/>
            <a:ext cx="548640" cy="0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766560" y="1828800"/>
            <a:ext cx="2423160" cy="777240"/>
          </a:xfrm>
          <a:prstGeom prst="roundRect">
            <a:avLst>
              <a:gd name="adj" fmla="val 7059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6656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password_flag =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235440" y="2212848"/>
            <a:ext cx="548640" cy="0"/>
          </a:xfrm>
          <a:prstGeom prst="line">
            <a:avLst/>
          </a:prstGeom>
          <a:noFill/>
          <a:ln w="22225">
            <a:solidFill>
              <a:srgbClr val="B3261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29800" y="1828800"/>
            <a:ext cx="1691640" cy="777240"/>
          </a:xfrm>
          <a:prstGeom prst="roundRect">
            <a:avLst>
              <a:gd name="adj" fmla="val 7059"/>
            </a:avLst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29800" y="182880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wrong tries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973568" y="2651760"/>
            <a:ext cx="0" cy="347472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10328" y="2999232"/>
            <a:ext cx="3063240" cy="0"/>
          </a:xfrm>
          <a:prstGeom prst="line">
            <a:avLst/>
          </a:prstGeom>
          <a:noFill/>
          <a:ln w="15875">
            <a:solidFill>
              <a:srgbClr val="7A1F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910328" y="2651760"/>
            <a:ext cx="0" cy="347472"/>
          </a:xfrm>
          <a:prstGeom prst="line">
            <a:avLst/>
          </a:prstGeom>
          <a:noFill/>
          <a:ln w="2222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5120640" y="302666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1F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forgot password  →  flag back to 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671048" y="2651760"/>
            <a:ext cx="0" cy="960120"/>
          </a:xfrm>
          <a:prstGeom prst="line">
            <a:avLst/>
          </a:prstGeom>
          <a:noFill/>
          <a:ln w="15875">
            <a:solidFill>
              <a:srgbClr val="B3261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0" y="3611880"/>
            <a:ext cx="2075688" cy="0"/>
          </a:xfrm>
          <a:prstGeom prst="line">
            <a:avLst/>
          </a:prstGeom>
          <a:noFill/>
          <a:ln w="15875">
            <a:solidFill>
              <a:srgbClr val="B3261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595360" y="2651760"/>
            <a:ext cx="0" cy="960120"/>
          </a:xfrm>
          <a:prstGeom prst="line">
            <a:avLst/>
          </a:prstGeom>
          <a:noFill/>
          <a:ln w="22225">
            <a:solidFill>
              <a:srgbClr val="B3261E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7635240" y="3639312"/>
            <a:ext cx="3886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clears locked_at  —  no automatic unlock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1148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4315968"/>
            <a:ext cx="329184" cy="329184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353312" y="43159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Forced on first use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6112" y="473659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interceptor checks every request. Redirecting once at login would not be enough — a user could simply type another URL.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97680" y="41148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3712" y="4315968"/>
            <a:ext cx="329184" cy="329184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53712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010912" y="43159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Counters that cannot be lost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53712" y="473659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count is one atomic UPDATE. Five simultaneous wrong guesses would each read 4 and write 5 — the account would never lock.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955280" y="4114800"/>
            <a:ext cx="3474720" cy="1783080"/>
          </a:xfrm>
          <a:prstGeom prst="roundRect">
            <a:avLst>
              <a:gd name="adj" fmla="val 4103"/>
            </a:avLst>
          </a:prstGeom>
          <a:solidFill>
            <a:srgbClr val="F7F2EE"/>
          </a:solidFill>
          <a:ln w="12700">
            <a:solidFill>
              <a:srgbClr val="DDD6D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4315968"/>
            <a:ext cx="329184" cy="329184"/>
          </a:xfrm>
          <a:prstGeom prst="ellipse">
            <a:avLst/>
          </a:prstGeom>
          <a:solidFill>
            <a:srgbClr val="7A1F2B"/>
          </a:solidFill>
          <a:ln w="12700">
            <a:solidFill>
              <a:srgbClr val="7A1F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11312" y="4315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668512" y="431596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 that survives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11312" y="4736592"/>
            <a:ext cx="2971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1E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runs in its own transaction. The failure handler fires after the attempt rolled back; joining it would roll the increment back too.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40080" y="60350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locked user is told, and pointed at the parish office — a deliberate trade-off against leaving a parishioner retrying forever.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612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ATTENTION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risks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10698480" cy="96012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87452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783080" y="199339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Tenant filtering is not enforced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783080" y="230428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church_id exists everywhere it should, but no query applies it. Cheapest to fix now, before the modules that would need retrofitting exist.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784080" y="187452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971800"/>
            <a:ext cx="10698480" cy="96012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97180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83080" y="309067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data would load into production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783080" y="340156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V7 and V14 insert three fictional churches and their receipts. Fix with profile-specific spring.flyway.locations.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784080" y="297180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31520" y="4069080"/>
            <a:ext cx="10698480" cy="96012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06908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783080" y="41879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Forgot-password restores a known password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783080" y="44988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submit a mobile number can set that account to a value they know. Rate limiting reduces it; a random one-time password would close it.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0" y="406908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5166360"/>
            <a:ext cx="10698480" cy="960120"/>
          </a:xfrm>
          <a:prstGeom prst="roundRect">
            <a:avLst>
              <a:gd name="adj" fmla="val 571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A267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166360"/>
            <a:ext cx="731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267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783080" y="528523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administrator unlock screen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783080" y="55961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locked parishioner needs someone to run SQL until User Management is built.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784080" y="5166360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6355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67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 in docs/  —  README · architecture · database-schema · security · payments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Church App — Architecture &amp; Design Overview</dc:title>
  <dc:subject>PptxGenJS Presentation</dc:subject>
  <dc:creator>Church App</dc:creator>
  <cp:lastModifiedBy>Church App</cp:lastModifiedBy>
  <cp:revision>1</cp:revision>
  <dcterms:created xsi:type="dcterms:W3CDTF">2026-08-13T15:35:17Z</dcterms:created>
  <dcterms:modified xsi:type="dcterms:W3CDTF">2026-08-13T15:35:17Z</dcterms:modified>
</cp:coreProperties>
</file>
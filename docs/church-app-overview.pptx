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ADMINISTRATION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App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&amp; Design Overview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 ·  Spring Boot 4.1  ·  Thymeleaf  ·  MySQL 8  ·  Java 17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3108960" cy="0"/>
          </a:xfrm>
          <a:prstGeom prst="line">
            <a:avLst/>
          </a:prstGeom>
          <a:noFill/>
          <a:ln w="19050">
            <a:solidFill>
              <a:srgbClr val="A840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deployment serves many churches.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parish sees only its own data.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modules, one parish at a time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2396414" cy="3108960"/>
          </a:xfrm>
          <a:prstGeom prst="roundRect">
            <a:avLst>
              <a:gd name="adj" fmla="val 30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Anbiyam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188435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communities: add, edit, soft delete.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animator must be a member of that anbiyam — no one else.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9414" y="1920240"/>
            <a:ext cx="2396414" cy="3108960"/>
          </a:xfrm>
          <a:prstGeom prst="roundRect">
            <a:avLst>
              <a:gd name="adj" fmla="val 30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5446" y="214884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Parish Priest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95446" y="2651760"/>
            <a:ext cx="188435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appointment history, not a roster.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end date means currently serving. Appointing closes the last 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920240"/>
            <a:ext cx="2396414" cy="3108960"/>
          </a:xfrm>
          <a:prstGeom prst="roundRect">
            <a:avLst>
              <a:gd name="adj" fmla="val 30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1900" y="214884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1900" y="2651760"/>
            <a:ext cx="188435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 including sacraments.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head per family, held in step with the family's own pointer.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72321" y="1920240"/>
            <a:ext cx="2396414" cy="3108960"/>
          </a:xfrm>
          <a:prstGeom prst="roundRect">
            <a:avLst>
              <a:gd name="adj" fmla="val 30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8353" y="214884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&amp; Payments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28353" y="2651760"/>
            <a:ext cx="188435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Households, dues, receipts.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settles the oldest month first, always.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Detail: docs/modules.md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database, many parishes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301898" cy="3291840"/>
          </a:xfrm>
          <a:prstGeom prst="roundRect">
            <a:avLst>
              <a:gd name="adj" fmla="val 2222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278983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Hibernate filter restricts every query to one church.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findById is re-routed, because a primary-key load bypasses the filter entirely — the trap that makes this worth stating.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291840"/>
          </a:xfrm>
          <a:prstGeom prst="roundRect">
            <a:avLst>
              <a:gd name="adj" fmla="val 2222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930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0930" y="2651760"/>
            <a:ext cx="278983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parish is stamped from the request's scope.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 has a church field. A posted churchId is ignored, and a test posts one to prove it.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6837" y="1920240"/>
            <a:ext cx="3301898" cy="3291840"/>
          </a:xfrm>
          <a:prstGeom prst="roundRect">
            <a:avLst>
              <a:gd name="adj" fmla="val 2222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2869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staff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2869" y="2651760"/>
            <a:ext cx="278983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saas_user has no church, which is what lets it reach every parish.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Entering one narrows it exactly as a parish account is narrowed.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 must be enabled inside the transaction. Get that wrong and queries are silently unfiltered — no error, no warning.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sign-in systems, one application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12868" cy="2286000"/>
          </a:xfrm>
          <a:prstGeom prst="roundRect">
            <a:avLst>
              <a:gd name="adj" fmla="val 32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/login  →  member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46008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accounts. Credentials live on the member row, which is why adding a member creates an account.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mobile; mobiles normalised to +91 form.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920240"/>
            <a:ext cx="5112868" cy="2286000"/>
          </a:xfrm>
          <a:prstGeom prst="roundRect">
            <a:avLst>
              <a:gd name="adj" fmla="val 32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1900" y="214884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/saas/login  →  saas_user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1900" y="2651760"/>
            <a:ext cx="460080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staff, with no church of their own.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parishioner presenting correct credentials here is refused: the separation is which table each chain reads, not the URL.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480560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6817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74520" y="46085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Forced password change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74520" y="49194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account is created on a system-assigned password and must replace it at first sign-in.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77095" y="4773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password_flag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404104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6052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74520" y="5532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Lockout after five failures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74520" y="584301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expiry — an administrator clears locked_at. Deliberate.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77095" y="56967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auto-unlock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Enforced, not decorated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301898" cy="2926080"/>
          </a:xfrm>
          <a:prstGeom prst="roundRect">
            <a:avLst>
              <a:gd name="adj" fmla="val 25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menu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278983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the account's own authorities, so a module it cannot open is never offered.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presentation.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2926080"/>
          </a:xfrm>
          <a:prstGeom prst="roundRect">
            <a:avLst>
              <a:gd name="adj" fmla="val 25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930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@PreAuthorize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0930" y="2651760"/>
            <a:ext cx="278983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controller method carries its own check.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door. A hidden link typed as a URL is refused with 403 — and tests post straight to those URLs.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6837" y="1920240"/>
            <a:ext cx="3301898" cy="2926080"/>
          </a:xfrm>
          <a:prstGeom prst="roundRect">
            <a:avLst>
              <a:gd name="adj" fmla="val 25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2869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matrix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2869" y="2651760"/>
            <a:ext cx="278983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 rows across 12 resources, as data rather than code.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who may do what is an INSERT, with no migration and no redeploy.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Parish staff see who their priest is but cannot appoint one. A volunteer collects money but can never edit or void the record of 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what is owed to what was paid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1779971" cy="1097280"/>
          </a:xfrm>
          <a:prstGeom prst="roundRect">
            <a:avLst>
              <a:gd name="adj" fmla="val 6667"/>
            </a:avLst>
          </a:prstGeom>
          <a:solidFill>
            <a:srgbClr val="7A1F2B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77440"/>
            <a:ext cx="1505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724912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every family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2931" y="2514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014411" y="2194560"/>
            <a:ext cx="1779971" cy="1097280"/>
          </a:xfrm>
          <a:prstGeom prst="roundRect">
            <a:avLst>
              <a:gd name="adj" fmla="val 6667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1571" y="2377440"/>
            <a:ext cx="1505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1571" y="2724912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and mode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94382" y="2514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205862" y="2194560"/>
            <a:ext cx="1779971" cy="1097280"/>
          </a:xfrm>
          <a:prstGeom prst="roundRect">
            <a:avLst>
              <a:gd name="adj" fmla="val 6667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3022" y="2377440"/>
            <a:ext cx="1505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3022" y="2724912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month first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85833" y="2514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97313" y="2194560"/>
            <a:ext cx="1779971" cy="1097280"/>
          </a:xfrm>
          <a:prstGeom prst="roundRect">
            <a:avLst>
              <a:gd name="adj" fmla="val 6667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34473" y="2377440"/>
            <a:ext cx="1505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34473" y="2724912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gapless, per parish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77284" y="25146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88764" y="2194560"/>
            <a:ext cx="1779971" cy="1097280"/>
          </a:xfrm>
          <a:prstGeom prst="roundRect">
            <a:avLst>
              <a:gd name="adj" fmla="val 6667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25924" y="2377440"/>
            <a:ext cx="150565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25924" y="2724912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58mm, bilingual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3794760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399592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874520" y="39227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collector never chooses which month money lands 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874520" y="423367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"how far behind is this family?" always has an answer without reading every row.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" y="4718304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49194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874520" y="4846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Paying beyond the arrears runs forward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874520" y="515721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months are generated at the family's own rate and settled. Capped at two years.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2960" y="5641848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84301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874520" y="576986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Receipt numbers are locked for the length of the transaction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874520" y="608076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collectors saving at once queue rather than colliding, and a rolled-back collection consumes no number.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Mistakes, and starting from an old book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5112868" cy="3291840"/>
          </a:xfrm>
          <a:prstGeom prst="roundRect">
            <a:avLst>
              <a:gd name="adj" fmla="val 2222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Void and reissue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46008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receipt is never edited and never deleted.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is cancelled with a reason, its months restored, and a corrected receipt issued — cross-referenced both ways.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stays consumed. A gap in a receipt book cannot be told apart from a covered-up shortfall.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920240"/>
            <a:ext cx="5112868" cy="3291840"/>
          </a:xfrm>
          <a:prstGeom prst="roundRect">
            <a:avLst>
              <a:gd name="adj" fmla="val 2222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1900" y="214884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balances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1900" y="2651760"/>
            <a:ext cx="46008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parish adopting this already has families who owe money.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gets one line — everything owed before the system — dated the month before they start paying, so it settles first.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until money lands on it, then locked: the family holds a receipt.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simply edit the amount: the family is holding a printed slip, and changing the record behind it leaves the books disagreeing with their only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Owned by Flyway, V1 to V24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301898" cy="3108960"/>
          </a:xfrm>
          <a:prstGeom prst="roundRect">
            <a:avLst>
              <a:gd name="adj" fmla="val 23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payment tables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51760"/>
            <a:ext cx="278983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payment_due — what is owed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— what came in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payment_allocation — which settled which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receipt sequence per parish per year.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44898" y="1920240"/>
            <a:ext cx="3301898" cy="3108960"/>
          </a:xfrm>
          <a:prstGeom prst="roundRect">
            <a:avLst>
              <a:gd name="adj" fmla="val 23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0930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Facts, not views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0930" y="2651760"/>
            <a:ext cx="278983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due is stored because it records what a family was charged that month.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Totals, statuses and ages are derived. Store the fact, compute the view.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66837" y="1920240"/>
            <a:ext cx="3301898" cy="3108960"/>
          </a:xfrm>
          <a:prstGeom prst="roundRect">
            <a:avLst>
              <a:gd name="adj" fmla="val 235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2869" y="2148840"/>
            <a:ext cx="2789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Corrections made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2869" y="2651760"/>
            <a:ext cx="278983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category_id dropped: a substation is one because it has a parent.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catagory renamed family_role, and its contents replaced — it had held occupations.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runs ddl-auto: validate, so the application refuses to start if an entity and its table have drifted apart.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 parishes, twelve thousand families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19456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~1.4M dues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697480"/>
            <a:ext cx="188435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ten years, across every parish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39414" y="196596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5446" y="219456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~4M rows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95446" y="2697480"/>
            <a:ext cx="188435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payment tables all told — small for MySQL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55868" y="196596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1900" y="219456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6 queries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1900" y="2697480"/>
            <a:ext cx="188435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screen, whatever the page size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72321" y="1965960"/>
            <a:ext cx="2396414" cy="1371600"/>
          </a:xfrm>
          <a:prstGeom prst="roundRect">
            <a:avLst>
              <a:gd name="adj" fmla="val 5333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8353" y="2194560"/>
            <a:ext cx="18843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growth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228353" y="2697480"/>
            <a:ext cx="188435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per-request cost as parishes are added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8587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74520" y="37856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Adding parishes does not multiply the work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874520" y="409651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carries church_id and is indexed for it, so one parish reads its own slice however many exist.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4581144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78231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7452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risk was never row count — it was queries per row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74520" y="502005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that queries once per row is correct, passes every test, and is fine against three families. At six hundred it is hundreds of round trips.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504688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70585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74520" y="563270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QueryCountTests counts the statements each screen issues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74520" y="594360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caught a lazy field the day it was written. A regression fails here rather than in a parish.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ATTENTION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risks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013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172821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way into a fresh deployment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74520" y="2039112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churchuat and churchprod have zero accounts, and every page is behind a login. Blocking for any real install.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77095" y="18928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487168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6883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74520" y="261518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families cannot be typed 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2926080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Excel import is designed but not built, and the family list is read-only. It must call the services, not the repositories.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77095" y="27797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374136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7530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74520" y="35021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Forgot-password restores a known password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74520" y="3813048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can submit a mobile number can set that account to a value they know. Rate limited to three an hour; a one-time password would close 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77095" y="36667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4261104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622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74520" y="4389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administrator unlock screen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74520" y="4700016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locked parishioner needs someone to run SQL.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77095" y="45537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148072"/>
            <a:ext cx="10545775" cy="777240"/>
          </a:xfrm>
          <a:prstGeom prst="roundRect">
            <a:avLst>
              <a:gd name="adj" fmla="val 7059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5349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4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74520" y="527608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Printing is unverified on real hardware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874520" y="5586984"/>
            <a:ext cx="8138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should print — the browser sends graphics through the driver, not ESC/POS text — but no 58mm printer has been tried.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77095" y="5440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6199632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since the last deck: tenant filtering is enforced on reads and writes · sample data no longer loads outside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7A1F2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4663440"/>
            <a:ext cx="3108960" cy="3108960"/>
          </a:xfrm>
          <a:prstGeom prst="ellipse">
            <a:avLst/>
          </a:prstGeom>
          <a:solidFill>
            <a:srgbClr val="A8404F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order that unblocks a parish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2327834" cy="1188720"/>
          </a:xfrm>
          <a:prstGeom prst="roundRect">
            <a:avLst>
              <a:gd name="adj" fmla="val 6154"/>
            </a:avLst>
          </a:prstGeom>
          <a:solidFill>
            <a:srgbClr val="7A1F2B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20535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admin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907792"/>
            <a:ext cx="20535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into a fresh install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0794" y="2697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62274" y="2377440"/>
            <a:ext cx="2327834" cy="1188720"/>
          </a:xfrm>
          <a:prstGeom prst="roundRect">
            <a:avLst>
              <a:gd name="adj" fmla="val 6154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99434" y="2560320"/>
            <a:ext cx="20535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99434" y="2907792"/>
            <a:ext cx="20535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600 families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90108" y="2697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1588" y="2377440"/>
            <a:ext cx="2327834" cy="1188720"/>
          </a:xfrm>
          <a:prstGeom prst="roundRect">
            <a:avLst>
              <a:gd name="adj" fmla="val 6154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8748" y="2560320"/>
            <a:ext cx="20535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screens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38748" y="2907792"/>
            <a:ext cx="20535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29421" y="269748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40901" y="2377440"/>
            <a:ext cx="2327834" cy="1188720"/>
          </a:xfrm>
          <a:prstGeom prst="roundRect">
            <a:avLst>
              <a:gd name="adj" fmla="val 6154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8061" y="2560320"/>
            <a:ext cx="205351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E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78061" y="2907792"/>
            <a:ext cx="205351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and arrears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4023360"/>
            <a:ext cx="5112868" cy="1828800"/>
          </a:xfrm>
          <a:prstGeom prst="roundRect">
            <a:avLst>
              <a:gd name="adj" fmla="val 40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25196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and tested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78992" y="4754880"/>
            <a:ext cx="46008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tests. Sign-in, permissions, tenancy, the four parish modules, the payment rules and their screens.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55868" y="4023360"/>
            <a:ext cx="5112868" cy="1828800"/>
          </a:xfrm>
          <a:prstGeom prst="roundRect">
            <a:avLst>
              <a:gd name="adj" fmla="val 4000"/>
            </a:avLst>
          </a:prstGeom>
          <a:solidFill>
            <a:srgbClr val="4A1721"/>
          </a:solidFill>
          <a:ln w="9525">
            <a:solidFill>
              <a:srgbClr val="8A36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1900" y="4251960"/>
            <a:ext cx="4600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E9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yet real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11900" y="4754880"/>
            <a:ext cx="460080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09A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parish can use this until a fresh deployment can be signed into and its register loaded. Those two, then it is usable.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Parish administration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Architecture and design overview</dc:subject>
  <dc:creator>Church Management App</dc:creator>
  <cp:lastModifiedBy>Church Management App</cp:lastModifiedBy>
  <cp:revision>1</cp:revision>
  <dcterms:created xsi:type="dcterms:W3CDTF">2026-08-17T09:40:41Z</dcterms:created>
  <dcterms:modified xsi:type="dcterms:W3CDTF">2026-08-17T09:40:41Z</dcterms:modified>
</cp:coreProperties>
</file>